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Title Box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Title Box</a:t>
            </a:r>
          </a:p>
        </p:txBody>
      </p:sp>
      <p:sp>
        <p:nvSpPr>
          <p:cNvPr id="303" name="Renamed Spinner Box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Spinner Box</a:t>
            </a:r>
          </a:p>
        </p:txBody>
      </p:sp>
      <p:sp>
        <p:nvSpPr>
          <p:cNvPr id="404" name="Exit Oval"/>
          <p:cNvSpPr/>
          <p:nvPr/>
        </p:nvSpPr>
        <p:spPr>
          <a:xfrm>
            <a:off x="3657600" y="2286000"/>
            <a:ext cx="18288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Exit Oval</a:t>
            </a:r>
          </a:p>
        </p:txBody>
      </p:sp>
      <p:sp>
        <p:nvSpPr>
          <p:cNvPr id="505" name="Motion Star"/>
          <p:cNvSpPr/>
          <p:nvPr/>
        </p:nvSpPr>
        <p:spPr>
          <a:xfrm>
            <a:off x="914400" y="4114800"/>
            <a:ext cx="18288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Motion Star</a:t>
            </a:r>
          </a:p>
        </p:txBody>
      </p:sp>
      <p:sp>
        <p:nvSpPr>
          <p:cNvPr id="606" name="Bullet Box"/>
          <p:cNvSpPr txBox="1"/>
          <p:nvPr/>
        </p:nvSpPr>
        <p:spPr>
          <a:xfrm>
            <a:off x="3657600" y="4114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 line</a:t>
            </a:r>
          </a:p>
          <a:p>
            <a:r>
              <a:t>Second paragraph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